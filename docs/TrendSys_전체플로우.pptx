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TrendSys — 게임 게시판 실시간 관제</a:t>
            </a:r>
          </a:p>
          <a:p>
            <a:r>
              <a:rPr sz="1700">
                <a:solidFill>
                  <a:srgbClr val="AAB6D8"/>
                </a:solidFill>
              </a:rPr>
              <a:t>동향 수집부터 알림·타임머신까지 — 전체 흐름 안내 (초보자용, 모든 분기 포함)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E768A"/>
                </a:solidFill>
              </a:rPr>
              <a:t>2026-07-11 · 대상 게임: 세븐나이츠 리버스 (멀티게임 지원) · 모든 AI는 로컬 실행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한 장 요약 — 전체 파이프라인</a:t>
            </a:r>
          </a:p>
          <a:p>
            <a:r>
              <a:rPr sz="1300">
                <a:solidFill>
                  <a:srgbClr val="6E768A"/>
                </a:solidFill>
              </a:rPr>
              <a:t>게시판 글을 계속 퍼와서, AI가 읽고 분류하고, ‘갑자기 불붙은 이슈’만 골라 알립니다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1600200" cy="96012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C4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22838"/>
                </a:solidFill>
              </a:rPr>
              <a:t>크롤러 DB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원본 글 저장소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(읽기 전용)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7984" y="2286000"/>
            <a:ext cx="310896" cy="237744"/>
          </a:xfrm>
          <a:prstGeom prst="rightArrow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23744" y="1920240"/>
            <a:ext cx="1691640" cy="96012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C4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22838"/>
                </a:solidFill>
              </a:rPr>
              <a:t>① 수집·정리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60초마다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새 글만·전처리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70248" y="2286000"/>
            <a:ext cx="310896" cy="237744"/>
          </a:xfrm>
          <a:prstGeom prst="rightArrow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36008" y="1920240"/>
            <a:ext cx="1645920" cy="96012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C4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22838"/>
                </a:solidFill>
              </a:rPr>
              <a:t>앱 DB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pipeline.db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(game_id 파티션)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336792" y="2286000"/>
            <a:ext cx="310896" cy="237744"/>
          </a:xfrm>
          <a:prstGeom prst="rightArrow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02552" y="1920240"/>
            <a:ext cx="1737360" cy="96012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C4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22838"/>
                </a:solidFill>
              </a:rPr>
              <a:t>③ 매분 분석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카테고리 점수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주제 묶기·정비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94776" y="2286000"/>
            <a:ext cx="310896" cy="237744"/>
          </a:xfrm>
          <a:prstGeom prst="rightArrow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60536" y="1920240"/>
            <a:ext cx="1417320" cy="960120"/>
          </a:xfrm>
          <a:prstGeom prst="roundRect">
            <a:avLst/>
          </a:prstGeom>
          <a:solidFill>
            <a:srgbClr val="FBEFE0"/>
          </a:solidFill>
          <a:ln w="12700">
            <a:solidFill>
              <a:srgbClr val="C4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22838"/>
                </a:solidFill>
              </a:rPr>
              <a:t>④ 버스트?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평소 3배↑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&amp; 5건↑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332720" y="2286000"/>
            <a:ext cx="310896" cy="237744"/>
          </a:xfrm>
          <a:prstGeom prst="rightArrow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98480" y="1920240"/>
            <a:ext cx="1234440" cy="960120"/>
          </a:xfrm>
          <a:prstGeom prst="roundRect">
            <a:avLst/>
          </a:prstGeom>
          <a:solidFill>
            <a:srgbClr val="FAE4E7"/>
          </a:solidFill>
          <a:ln w="12700">
            <a:solidFill>
              <a:srgbClr val="C4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22838"/>
                </a:solidFill>
              </a:rPr>
              <a:t>요약→판정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→ 🚨 알림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23744" y="3429000"/>
            <a:ext cx="1691640" cy="868680"/>
          </a:xfrm>
          <a:prstGeom prst="roundRect">
            <a:avLst/>
          </a:prstGeom>
          <a:solidFill>
            <a:srgbClr val="EEF1FA"/>
          </a:solidFill>
          <a:ln w="12700">
            <a:solidFill>
              <a:srgbClr val="C4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22838"/>
                </a:solidFill>
              </a:rPr>
              <a:t>② 글 라벨 워커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20초마다 5건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(adapters4)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4270248" y="3749039"/>
            <a:ext cx="310896" cy="237744"/>
          </a:xfrm>
          <a:prstGeom prst="rightArrow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36008" y="3429000"/>
            <a:ext cx="1645920" cy="868680"/>
          </a:xfrm>
          <a:prstGeom prst="roundRect">
            <a:avLst/>
          </a:prstGeom>
          <a:solidFill>
            <a:srgbClr val="E4F2EA"/>
          </a:solidFill>
          <a:ln w="12700">
            <a:solidFill>
              <a:srgbClr val="C4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22838"/>
                </a:solidFill>
              </a:rPr>
              <a:t>화면·타임머신</a:t>
            </a:r>
          </a:p>
          <a:p>
            <a:pPr algn="ctr"/>
            <a:r>
              <a:rPr sz="1000" b="0">
                <a:solidFill>
                  <a:srgbClr val="6E768A"/>
                </a:solidFill>
              </a:rPr>
              <a:t>대시보드 / 재생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핵심 아이디어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카테고리 = 상시 대분류(방), 주제 = 지금 도는 구체적 이야깃거리(알림의 단위)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알림은 ‘버스트 감지 → 잡글 검증 → AI 요약 → AI 판정(O/X) → 쿨다운’ 관문을 모두 통과해야 발송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매분의 화면 전체가 스냅샷으로 저장되어 타임머신으로 되돌려볼 수 있음 (30일)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등장인물 — 저장소 2개, AI 4개</a:t>
            </a:r>
          </a:p>
          <a:p>
            <a:r>
              <a:rPr sz="1300">
                <a:solidFill>
                  <a:srgbClr val="6E768A"/>
                </a:solidFill>
              </a:rPr>
              <a:t>모두 이 맥 한 대에서 동작합니다 (외부로 데이터가 나가지 않음)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저장소 (SQLite 2개)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크롤러 DB (dcinside.db) — 크롤러가 쌓는 원본 글. 이 앱은 읽기 전용으로만 접근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앱 DB (pipeline.db) — 전처리 글+벡터, 카테고리, 주제, 분석 라벨, 알림 이력, 스냅샷 등 분석 자산 전부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AI 4개 (역할 분담)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① 임베딩 (KURE-v1) — 글을 1,024개 숫자(벡터)로 변환. ‘비슷한 글 찾기’의 기반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② 글 분석기 (Gemma4 + adapters4, 자체 학습) — 글마다 ‘주제문구·대분류·감성’ 라벨 1줄 (글당 ~1초)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③ 만능 보조 (Gemma4 기본형) — 주제 이름짓기, 병합 판정, 멤버 검증, 버스트 요약 (생각하며 답함)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④ 알림 판정기 (Gemma4 + adapters3, 자체 학습) — 최종 ‘보낼까 말까’ O/X만 출력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알아둘 제약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· AI 계산대는 1개 — 모든 AI 작업이 한 줄로 서서 순차 처리 (실시간 여유 ≈ 게임 2개)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흐름 ① 수집 (60초마다, 게임별 반복)</a:t>
            </a:r>
          </a:p>
          <a:p>
            <a:r>
              <a:rPr sz="1300">
                <a:solidFill>
                  <a:srgbClr val="6E768A"/>
                </a:solidFill>
              </a:rPr>
              <a:t>크롤러 DB에서 ‘새 글만’ 가져와 정리해 앱 DB에 적재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1) 새 글 가져오기 — 게임마다 자기 소스에서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분기: 처음 실행(수집 이력 없음) → 최근 72시간치만 소급 (옛글에 비용 안 씀)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1F8A5A"/>
                </a:solidFill>
              </a:rPr>
              <a:t>분기: 이후 → 저장된 ‘마지막 글번호’ 다음 것만 (재시작해도 커서가 DB에 남아 중복 수집 없음)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분기: 게임 설정에 갤러리 필터가 있으면 그 갤러리 글만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2) 전처리 — 제목+본문을 합쳐 다듬기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C83A4C"/>
                </a:solidFill>
              </a:rPr>
              <a:t>분기: 10자 미만(‘ㅇㅇ’, ‘ㅋㅋ’) → 버림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C83A4C"/>
                </a:solidFill>
              </a:rPr>
              <a:t>분기: 내용 완전 중복(도배) → 첫 글만 남김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분기: 2,000자 초과 → 앞부분만 잘라 사용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3) 앱 DB 저장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1F8A5A"/>
                </a:solidFill>
              </a:rPr>
              <a:t>· 글마다 game_id 도장을 찍어 저장 — 같은 글번호가 다시 와도 무시(중복 방지)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흐름 ① 계속 — 벡터화와 카테고리 배정</a:t>
            </a:r>
          </a:p>
          <a:p>
            <a:r>
              <a:rPr sz="1300">
                <a:solidFill>
                  <a:srgbClr val="6E768A"/>
                </a:solidFill>
              </a:rPr>
              <a:t>저장된 새 글은 곧바로 벡터가 되고, ‘방(카테고리)’에 배정됩니다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4) 임베딩(벡터화) — 새 글만 1회, 재계산 없음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6E768A"/>
                </a:solidFill>
              </a:rPr>
              <a:t>분기: 이미지가 붙은 글 → 캡션을 만들어 텍스트에 포함 (현재는 꺼져 있음 · stub)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5) 카테고리 배정 — ‘유머·잡담’, ‘버그 제보’ 같은 상시 대분류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1F8A5A"/>
                </a:solidFill>
              </a:rPr>
              <a:t>분기 A: 기존 카테고리 중심과 유사도 ≥ 0.80 → AI 없이 즉시 배정 (사실상 같은 글/도배용 지름길)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분기 B: 미달 → Gemma에게 후보 5개를 보여주고 ‘골라 or 새 이름 지어’</a:t>
            </a:r>
          </a:p>
          <a:p>
            <a:pPr lvl="2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373E50"/>
                </a:solidFill>
              </a:rPr>
              <a:t>→ 후보 중 선택 / 어디에도 안 맞으면 새 카테고리 생성</a:t>
            </a:r>
          </a:p>
          <a:p>
            <a:pPr lvl="2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C83A4C"/>
                </a:solidFill>
              </a:rPr>
              <a:t>→ 답이 이상하면(빈 답 등) 글 많은 범용 방(잡담)에 임시로 — 나중에 워커가 바로잡음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6) 카테고리 중심 관리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글이 들어올 때마다 중심벡터를 이동평균으로 갱신, 50건 이후 동결 (모든 글을 빨아들이는 ‘블랙홀’ 방지)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흐름 ② 글 단위 AI 라벨 (별도 워커, 20초마다)</a:t>
            </a:r>
          </a:p>
          <a:p>
            <a:r>
              <a:rPr sz="1300">
                <a:solidFill>
                  <a:srgbClr val="6E768A"/>
                </a:solidFill>
              </a:rPr>
              <a:t>자체 파인튜닝 모델(adapters4)이 모든 글을 하나씩 읽고 라벨을 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무엇을 하나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대상: 아직 라벨 없는 글 (최신 글 우선 — 밀리면 한가할 때 자동으로 따라잡음, 유실 없음)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출력: 글마다 딱 한 줄 — ‘주제문구 ___ 대분류(일반/콘텐츠/운영/밸런스/과금/버그) ___ 감성(7종)’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속도: 글당 약 1초 (생각 과정 없이 즉시 답하도록 학습됨)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분기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1F8A5A"/>
                </a:solidFill>
              </a:rPr>
              <a:t>형식이 맞음 → 저장 (젬마 글 분석 탭에 표시)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형식이 어긋남 → 재시도 카운트 +1, 다음 라운드에 다시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C83A4C"/>
                </a:solidFill>
              </a:rPr>
              <a:t>3회 연속 실패 → 그 글은 영구 제외 (통계의 ‘실패’ 숫자)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왜 중요한가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이 라벨의 ‘주제문구’가 알림 판정기의 입력 라벨로 쓰임(멤버 글들의 다수결) — 판정기 학습 어휘와 일치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흐름 ③ 매분 종합 분석 (게임마다 독립 수행)</a:t>
            </a:r>
          </a:p>
          <a:p>
            <a:r>
              <a:rPr sz="1300">
                <a:solidFill>
                  <a:srgbClr val="6E768A"/>
                </a:solidFill>
              </a:rPr>
              <a:t>최근 24시간 창을 통째로 다시 보며 ‘지금 무슨 일이 벌어지나’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재료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최근 24시간의 벡터화된 글 전부 (분석 창)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C83A4C"/>
                </a:solidFill>
              </a:rPr>
              <a:t>분기: 글이 4개 미만이면 → ‘아직 부족’ 메시지만 남기고 이번 분은 종료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순서 (한 사이클)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1) 카테고리 점수판 — 방별 열기 점수·급증 여부 계산, 점수 이력 적재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2) 주제 묶기 — 비슷한 글끼리 묶고 기존 주제와 연결 (다음 장)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3) 주제 정비 — 갈라진 주제 병합, 낡은 이름 갱신, 잡글 검증 (다다음 장)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4) 버스트 감지 → 요약 → 알림 판정 (관문 통과 시 🚨 발송)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5) 소강 감시 — 알림 나갔던 이슈가 가라앉으면 ‘끝났다’ 신호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6) 기록 — 화면 전체 스냅샷 + 주제 점수 시계열 저장 (타임머신 재료)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소요 시간 (실측)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6E768A"/>
                </a:solidFill>
              </a:rPr>
              <a:t>· 보통 23초, 평균 30초, 버스트가 겹치면 최대 84초 — 밀려도 다음 분에 따라잡음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주제 묶기 &amp; 영속 추적 — ‘같은 이슈는 같은 번호’</a:t>
            </a:r>
          </a:p>
          <a:p>
            <a:r>
              <a:rPr sz="1300">
                <a:solidFill>
                  <a:srgbClr val="6E768A"/>
                </a:solidFill>
              </a:rPr>
              <a:t>벡터로 묶고(수 밀리초), 어제의 주제와 이어붙입니다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1) 묶기 (AI 호출 없음 — 순수 벡터)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유사도 ≥ 0.70인 글끼리 묶음 — 4개 이상 모여야 ‘주제’로 인정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2) 기존 주제와 연결 (중심 유사도 ≥ 0.85)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1F8A5A"/>
                </a:solidFill>
              </a:rPr>
              <a:t>분기: 연결됨 → 같은 주제 번호 유지 (번호가 매분 바뀌지 않는 이유)</a:t>
            </a:r>
          </a:p>
          <a:p>
            <a:pPr lvl="2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B8740F"/>
                </a:solidFill>
              </a:rPr>
              <a:t>└ 추가 분기: 대화가 표류해 ‘이름 지었을 때’와 많이 달라짐(&lt;0.85) → 현재 글들로 이름 다시 짓기 (분당 1회)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분기: 새 묶음 → Gemma가 ‘구체적 대상+사건’ 형태로 이름 짓기</a:t>
            </a:r>
          </a:p>
          <a:p>
            <a:pPr lvl="2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373E50"/>
                </a:solidFill>
              </a:rPr>
              <a:t>└ 근처(0.75~0.85)에 비슷한 기존 주제가 있으면 ‘같은 사건이면 그리로 편입’을 동시에 판정 (분열 예방)</a:t>
            </a:r>
          </a:p>
          <a:p>
            <a:pPr lvl="2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373E50"/>
                </a:solidFill>
              </a:rPr>
              <a:t>└ 지은 이름이 이미 존재하면 그 주제로 편입 (같은 이름 중복 생성 방지)</a:t>
            </a:r>
          </a:p>
          <a:p>
            <a:pPr lvl="2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373E50"/>
                </a:solidFill>
              </a:rPr>
              <a:t>└ 이름이 모호하면(‘전반적 불만’ 등) 1회 재시도, 그래도 실패면 대표 제목 사용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3) 글마다 주제 번호 기록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6E768A"/>
                </a:solidFill>
              </a:rPr>
              <a:t>· 검증에서 ‘이 주제 글 아님(X)’ 판정된 글은 배정하지 않음 (화면 정화)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주제 정비 — 병합·검증 (매분 조금씩 청소)</a:t>
            </a:r>
          </a:p>
          <a:p>
            <a:r>
              <a:rPr sz="1300">
                <a:solidFill>
                  <a:srgbClr val="6E768A"/>
                </a:solidFill>
              </a:rPr>
              <a:t>같은 사건이 갈라지면 합치고, 엉뚱하게 섞인 글은 걸러냅니다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병합 스윕 (분열 회수)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1F8A5A"/>
                </a:solidFill>
              </a:rPr>
              <a:t>분기: 두 주제 중심 유사도 ≥ 0.90 → 같은 주제 확정, 자동 병합 (분당 최대 5쌍, AI 불필요)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분기: 0.75 ~ 0.90 사이 → Gemma가 ‘같은 사건인가?’ 판정 (분당 1쌍만)</a:t>
            </a:r>
          </a:p>
          <a:p>
            <a:pPr lvl="2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373E50"/>
                </a:solidFill>
              </a:rPr>
              <a:t>└ O(같은 사건) → 병합 + 이름 재유도  /  X(별개) → 기록해 두고 다시 묻지 않음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6E768A"/>
                </a:solidFill>
              </a:rPr>
              <a:t>· 병합 시 알림 쿨다운·이력은 둘 중 최신을 승계 (병합 직후 중복 알림 방지)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멤버 검증 (잡글 걸러내기)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주제 이름 기준으로 ‘이 글이 진짜 이 주제 글인가?’를 Gemma가 O/X — 표면 단어가 아니라 내용으로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평시: 분당 1배치(5글)씩 점진 처리 / 판정은 파일에 저장되어 재시작해도 유지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C83A4C"/>
                </a:solidFill>
              </a:rPr>
              <a:t>분기: X 판정 글 → 화면·요약·판정에서 제외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C83A4C"/>
                </a:solidFill>
              </a:rPr>
              <a:t>분기: 걸러내니 4개 미만 → 그 주제는 화면에서 숨김 (실체 없음)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버스트(확산) 판정 — 두 조건을 동시에</a:t>
            </a:r>
          </a:p>
          <a:p>
            <a:r>
              <a:rPr sz="1300">
                <a:solidFill>
                  <a:srgbClr val="6E768A"/>
                </a:solidFill>
              </a:rPr>
              <a:t>‘평소보다 훨씬 빠르게 + 충분히 많이’ 글이 몰려야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열기(heat) — 온도계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글마다 신선도 가중치를 주고 합산: 방금 글 1점 → 30분 지나면 0.5점 → 1시간 0.25점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판정에는 ‘최근 1시간 글 수’와 ‘열기’ 중 큰 쪽을 사용 (몇 분 새 몰린 글에 민감)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조건 ① 비율 — 평소의 3배 이상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· 평소 시간당 = 24시간 전체 ÷ 24 (최소 0.5로 보정)  →  최근 1시간 활동 ≥ 평소 × 3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조건 ② 절대량 — 최근 1시간 5건 이상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· 조용한 주제의 글 1~2개가 ‘10배!’로 잡히는 오탐 방지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예시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1F8A5A"/>
                </a:solidFill>
              </a:rPr>
              <a:t>· 24h에 48건(평소 2건/h)인 주제에 최근 1시간 9건 → 4.5배 &amp; 9건 → 버스트 🔥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C83A4C"/>
                </a:solidFill>
              </a:rPr>
              <a:t>· 24h에 240건(평소 10건/h)에 최근 12건 → 1.2배뿐 → 버스트 아님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6E768A"/>
                </a:solidFill>
              </a:rPr>
              <a:t>· 버스트가 아니면 → 화면에 일반 주제로만 표시 (알림 후보 아님)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버스트 이후 — 알림까지 관문 4개</a:t>
            </a:r>
          </a:p>
          <a:p>
            <a:r>
              <a:rPr sz="1300">
                <a:solidFill>
                  <a:srgbClr val="6E768A"/>
                </a:solidFill>
              </a:rPr>
              <a:t>버스트는 ‘후보’일 뿐, 발송은 검증과 AI 판정을 통과해야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관문 1 · 우선 검증 — 잡글 제거 후 재확인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알림 길목이므로 검증 예산을 우선 배정(2배치)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C83A4C"/>
                </a:solidFill>
              </a:rPr>
              <a:t>분기: 걸러내니 4개 미만 or 재계산 시 급증이 아님 → 버스트 취소, 일반 표시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관문 2 · 요약 — Gemma가 3~5문장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6E768A"/>
                </a:solidFill>
              </a:rPr>
              <a:t>· 중심에 가까운 대표 글 15개만 샘플 / 실패 시 대표 제목 나열로 폴백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관문 3 · 판정 — adapters3에게 ‘주제라벨___대표제목___요약’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라벨은 멤버 글들의 adapters4 주제문구 다수결 (판정기의 학습 어휘와 일치)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1F8A5A"/>
                </a:solidFill>
              </a:rPr>
              <a:t>분기 O(발송하라): 쿨다운 확인 — 같은 주제 60분 내 재알림 금지</a:t>
            </a:r>
          </a:p>
          <a:p>
            <a:pPr lvl="2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373E50"/>
                </a:solidFill>
              </a:rPr>
              <a:t>└ 통과 → 🚨 발송 + 이력 기록  /  쿨다운 중 → 발송 억제(화면 표시만)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분기 X(보내지 마): 미발송 — 단, 이력에는 남김(쿨다운 간격으로만) → 나중에 사람이 평가해 학습 데이터로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소강 감시 — ‘끝났다’는 신호도 보냅니다</a:t>
            </a:r>
          </a:p>
          <a:p>
            <a:r>
              <a:rPr sz="1300">
                <a:solidFill>
                  <a:srgbClr val="6E768A"/>
                </a:solidFill>
              </a:rPr>
              <a:t>알림이 나갔던 이슈가 가라앉으면 종료 알림 (AI 불필요, 기계적)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감시 대상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알림(O)이 발송됐던 주제만 — 알림 없던 주제는 감시하지 않음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소강 조건 (둘 다, 10분 연속)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· 열기 ≤ 그 이슈 정점의 25%  AND  최근 1시간 글 5건 미만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10사이클(≈10분) 연속 충족해야 발송 — 잠깐 조용한 것에 속지 않음(플래핑 방지)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분기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1F8A5A"/>
                </a:solidFill>
              </a:rPr>
              <a:t>충족 → 🌤 ‘소강’ 알림 발송 + 이력 기록 (판정 평가 대상 아님)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중간에 다시 불붙음 → 연속 카운터 리셋, 계속 감시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6E768A"/>
                </a:solidFill>
              </a:rPr>
              <a:t>이미 소강 처리됨 → 다음 알림이 나갈 때까지 감시 제외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6E768A"/>
                </a:solidFill>
              </a:rPr>
              <a:t>창에서 완전히 사라진 주제 → 열기 0으로 간주하고 동일 규칙 적용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기록 — 타임머신 (매분 화면을 통째로 저장)</a:t>
            </a:r>
          </a:p>
          <a:p>
            <a:r>
              <a:rPr sz="1300">
                <a:solidFill>
                  <a:srgbClr val="6E768A"/>
                </a:solidFill>
              </a:rPr>
              <a:t>‘그때 화면이 어땠지?’를 언제든 되돌려볼 수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무엇을 저장하나 (매 분석 사이클)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대시보드 전체 상태(주제·요약·판정·카테고리)를 압축해 1장으로 — 실측 ~2.2KB/장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글 목록은 원문 복사 대신 글 번호만 저장했다가 재생 때 복원 (용량 절약)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숫자 시계열(카테고리·주제 점수)도 병행 적재 — 구간 통계를 빠르게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보관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30일 · 1분 해상도 (30일 ≈ 100MB 수준) — 오래된 것은 매분 자동 정리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타임머신 탭에서 할 수 있는 것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시작~끝(KST) 지정 → 슬라이더로 임의 시점 재생, ▶ 자동 재생(2~16배속), 알림 지점 점프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‘이 구간 요약’ — 그 시간대의 알림 이벤트·열기 상위 주제·카테고리 통계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6E768A"/>
                </a:solidFill>
              </a:rPr>
              <a:t>· 재생 화면의 점수는 ‘그 시각에 계산된 값’ 그대로 (열기는 원래 매분 변하는 온도)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사용자가 보는 것 — 화면과 ‘사람이 가르치는’ 루프</a:t>
            </a:r>
          </a:p>
          <a:p>
            <a:r>
              <a:rPr sz="1300">
                <a:solidFill>
                  <a:srgbClr val="6E768A"/>
                </a:solidFill>
              </a:rPr>
              <a:t>observetrend.com (이메일 로그인) · 모바일은 햄버거 메뉴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탭 구성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실시간 관제(요약 대시보드) / 주제 / 카테고리 / 알림 / 타임머신 / 판단 테스트 / 젬마 글 분석 등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주제·알림에서 클릭 → 그 주제의 전체 글 목록(검색·정렬·50개 페이지)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피드백 루프 — 알림 탭의 👍/👎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발송(O)·미발송(X) 판정마다 ‘맞았다/틀렸다’ 평가 → 정답 라벨로 저장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1F8A5A"/>
                </a:solidFill>
              </a:rPr>
              <a:t>· ‘학습용 CSV’ 버튼 → 파인튜닝 학습 데이터 형식으로 다운로드 → 판정기 재학습에 사용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· O·X 양쪽을 고르게 평가해야 학습 데이터 균형이 잡힘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동시 사용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여러 명 접속 가능 — 데이터는 공유, 화면 조작(타임머신 시점 등)은 각자 브라우저에서 독립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· 단, ‘지금 분석 실행’·피드백 같은 버튼은 모두에게 영향을 주는 전역 동작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멀티게임 구조 — 게임 추가는 설정 한 줄</a:t>
            </a:r>
          </a:p>
          <a:p>
            <a:r>
              <a:rPr sz="1300">
                <a:solidFill>
                  <a:srgbClr val="6E768A"/>
                </a:solidFill>
              </a:rPr>
              <a:t>모든 데이터에 game_id 도장 → 한 프로그램에서 게임별 완전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동작 방식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수집 단계에서 game_id를 찍어 적재 (게임↔소스 매핑은 설정에서 한 번 결정)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수집 커서·카테고리·주제·알림·스냅샷·화면이 전부 게임별로 독립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1F8A5A"/>
                </a:solidFill>
              </a:rPr>
              <a:t>· AI 모델은 전 게임이 공유 (게임 추가해도 메모리 증가 거의 없음)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게임 추가 절차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설정에 등록(이름 + 소스 DB 경로 또는 갤러리 필터) → 재시작 → 수집부터 화면 선택기까지 자동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373E50"/>
                </a:solidFill>
              </a:rPr>
              <a:t>· 사이드바/모바일 상단의 게임 선택기로 전환 — 전 화면이 그 게임 데이터로 즉시 갱신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222838"/>
                </a:solidFill>
              </a:rPr>
              <a:t>주의점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· AI 계산대가 1개라 실시간 여유는 ~2게임 (그 이상은 화면·알림이 뒤처짐)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400" b="0">
                <a:solidFill>
                  <a:srgbClr val="B8740F"/>
                </a:solidFill>
              </a:rPr>
              <a:t>· 새 게임은 카테고리·주제가 빈 상태에서 시작 — 초기 며칠은 분류가 거칠 수 있음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5C7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2838"/>
                </a:solidFill>
              </a:rPr>
              <a:t>부록 — 주요 다이얼 (설정으로 조절)</a:t>
            </a:r>
          </a:p>
          <a:p>
            <a:r>
              <a:rPr sz="1300">
                <a:solidFill>
                  <a:srgbClr val="6E768A"/>
                </a:solidFill>
              </a:rPr>
              <a:t>게시판 유입량이 바뀌면 이 값들로 민감도를 조절합니다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6309360"/>
              </a:tblGrid>
              <a:tr h="4114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다이얼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현재값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뜻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8"/>
                          </a:solidFill>
                        </a:rPr>
                        <a:t>수집/분석 주기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60초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새 글 수집·종합 분석을 도는 간격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8"/>
                          </a:solidFill>
                        </a:rPr>
                        <a:t>분석 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24시간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매분 다시 살펴보는 과거 범위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8"/>
                          </a:solidFill>
                        </a:rPr>
                        <a:t>버스트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3배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평소 시간당 대비 몇 배면 급증인지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8"/>
                          </a:solidFill>
                        </a:rPr>
                        <a:t>버스트 최소량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최근 1시간 최소 글 수 (오탐 방지)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8"/>
                          </a:solidFill>
                        </a:rPr>
                        <a:t>열기 반감기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30분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글 1건의 가치가 절반이 되는 시간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8"/>
                          </a:solidFill>
                        </a:rPr>
                        <a:t>알림 쿨다운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60분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같은 주제 재알림 금지 시간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8"/>
                          </a:solidFill>
                        </a:rPr>
                        <a:t>주제 묶기 문턱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이 유사도 이상이면 같은 묶음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8"/>
                          </a:solidFill>
                        </a:rPr>
                        <a:t>주제 매칭 문턱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기존 주제와 ‘같은 주제’로 볼 기준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8"/>
                          </a:solidFill>
                        </a:rPr>
                        <a:t>자동 병합 문턱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이 이상이면 AI 없이 즉시 병합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8"/>
                          </a:solidFill>
                        </a:rPr>
                        <a:t>카테고리 즉시배정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AI 없이 방에 넣는 지름길 기준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8"/>
                          </a:solidFill>
                        </a:rPr>
                        <a:t>스냅샷 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30일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838"/>
                          </a:solidFill>
                        </a:rPr>
                        <a:t>타임머신 되돌리기 가능 범위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